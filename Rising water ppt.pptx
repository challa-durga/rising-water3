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Rising Water</a:t>
            </a:r>
          </a:p>
        </p:txBody>
      </p:sp>
      <p:sp>
        <p:nvSpPr>
          <p:cNvPr id="3" name="Subtitle 2"/>
          <p:cNvSpPr>
            <a:spLocks noGrp="1"/>
          </p:cNvSpPr>
          <p:nvPr>
            <p:ph type="subTitle" idx="1"/>
          </p:nvPr>
        </p:nvSpPr>
        <p:spPr/>
        <p:txBody>
          <a:bodyPr/>
          <a:lstStyle/>
          <a:p>
            <a:pPr>
              <a:defRPr sz="2200"/>
            </a:pPr>
            <a:r>
              <a:t>Machine Learning-Based Flood Prediction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pPr>
              <a:defRPr sz="2200"/>
            </a:pPr>
            <a:r>
              <a:t>Floods are one of the most destructive natural disasters, causing damage to lives, property, and agriculture. This project uses machine learning to analyze historical weather data and predict flood risk, helping authorities issue early warnings and improve disaster preparedness.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pPr>
              <a:defRPr sz="2200"/>
            </a:pPr>
            <a:r>
              <a:t>• Delayed and inaccurate flood forecasting.</a:t>
            </a:r>
            <a:br/>
            <a:r>
              <a:t>• Weather patterns are becoming more unpredictable.</a:t>
            </a:r>
            <a:br/>
            <a:r>
              <a:t>• Lack of timely alerts increases losses.</a:t>
            </a:r>
            <a:br/>
            <a:r>
              <a:t>• A reliable ML-based prediction system is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pPr>
              <a:defRPr sz="2200"/>
            </a:pPr>
            <a:r>
              <a:t>• Predict flood occurrence using ML.</a:t>
            </a:r>
            <a:br/>
            <a:r>
              <a:t>• Analyze rainfall and weather features.</a:t>
            </a:r>
            <a:br/>
            <a:r>
              <a:t>• Compare multiple algorithms.</a:t>
            </a:r>
            <a:br/>
            <a:r>
              <a:t>• Deploy the best model using Flask.</a:t>
            </a:r>
            <a:br/>
            <a:r>
              <a:t>• Support disaster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Technologies &amp; Skills</a:t>
            </a:r>
          </a:p>
        </p:txBody>
      </p:sp>
      <p:sp>
        <p:nvSpPr>
          <p:cNvPr id="3" name="Content Placeholder 2"/>
          <p:cNvSpPr>
            <a:spLocks noGrp="1"/>
          </p:cNvSpPr>
          <p:nvPr>
            <p:ph idx="1"/>
          </p:nvPr>
        </p:nvSpPr>
        <p:spPr/>
        <p:txBody>
          <a:bodyPr/>
          <a:lstStyle/>
          <a:p>
            <a:pPr>
              <a:defRPr sz="2200"/>
            </a:pPr>
            <a:r>
              <a:t>Python, Flask, NumPy, Matplotlib, Scikit-learn, PyTorch</a:t>
            </a:r>
            <a:br/>
            <a:r>
              <a:t>Algorithms: Decision Tree, Random Forest, KNN, XGBoost</a:t>
            </a:r>
            <a:br/>
            <a:r>
              <a:t>Concepts: Supervised Learning, Data Preprocessing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p:txBody>
          <a:bodyPr/>
          <a:lstStyle/>
          <a:p>
            <a:pPr>
              <a:defRPr sz="2200"/>
            </a:pPr>
            <a:r>
              <a:t>Historical Data → Data Preprocessing → Feature Selection → Model Training → Model Evaluation → Best Model → Flask Web App → Flood Prediction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Machine Learning Models</a:t>
            </a:r>
          </a:p>
        </p:txBody>
      </p:sp>
      <p:sp>
        <p:nvSpPr>
          <p:cNvPr id="3" name="Content Placeholder 2"/>
          <p:cNvSpPr>
            <a:spLocks noGrp="1"/>
          </p:cNvSpPr>
          <p:nvPr>
            <p:ph idx="1"/>
          </p:nvPr>
        </p:nvSpPr>
        <p:spPr/>
        <p:txBody>
          <a:bodyPr/>
          <a:lstStyle/>
          <a:p>
            <a:pPr>
              <a:defRPr sz="2200"/>
            </a:pPr>
            <a:r>
              <a:t>Decision Tree: Simple and fast.</a:t>
            </a:r>
            <a:br/>
            <a:r>
              <a:t>Random Forest: Better accuracy using multiple trees.</a:t>
            </a:r>
            <a:br/>
            <a:r>
              <a:t>KNN: Classifies based on similar records.</a:t>
            </a:r>
            <a:br/>
            <a:r>
              <a:t>XGBoost: Highest performance and selected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Working Process</a:t>
            </a:r>
          </a:p>
        </p:txBody>
      </p:sp>
      <p:sp>
        <p:nvSpPr>
          <p:cNvPr id="3" name="Content Placeholder 2"/>
          <p:cNvSpPr>
            <a:spLocks noGrp="1"/>
          </p:cNvSpPr>
          <p:nvPr>
            <p:ph idx="1"/>
          </p:nvPr>
        </p:nvSpPr>
        <p:spPr/>
        <p:txBody>
          <a:bodyPr/>
          <a:lstStyle/>
          <a:p>
            <a:pPr>
              <a:defRPr sz="2200"/>
            </a:pPr>
            <a:r>
              <a:t>1. Collect historical weather data.</a:t>
            </a:r>
            <a:br/>
            <a:r>
              <a:t>2. Clean and preprocess data.</a:t>
            </a:r>
            <a:br/>
            <a:r>
              <a:t>3. Train ML models.</a:t>
            </a:r>
            <a:br/>
            <a:r>
              <a:t>4. Compare accuracy.</a:t>
            </a:r>
            <a:br/>
            <a:r>
              <a:t>5. Save best model.</a:t>
            </a:r>
            <a:br/>
            <a:r>
              <a:t>6. Deploy in Flask.</a:t>
            </a:r>
            <a:br/>
            <a:r>
              <a:t>7. Predict flood risk.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Case Scenarios</a:t>
            </a:r>
          </a:p>
        </p:txBody>
      </p:sp>
      <p:sp>
        <p:nvSpPr>
          <p:cNvPr id="3" name="Content Placeholder 2"/>
          <p:cNvSpPr>
            <a:spLocks noGrp="1"/>
          </p:cNvSpPr>
          <p:nvPr>
            <p:ph idx="1"/>
          </p:nvPr>
        </p:nvSpPr>
        <p:spPr/>
        <p:txBody>
          <a:bodyPr/>
          <a:lstStyle/>
          <a:p>
            <a:pPr>
              <a:defRPr sz="2200"/>
            </a:pPr>
            <a:r>
              <a:t>• Early flood warning and evacuation planning.</a:t>
            </a:r>
            <a:br/>
            <a:r>
              <a:t>• Resource allocation during monsoon.</a:t>
            </a:r>
            <a:br/>
            <a:r>
              <a:t>• Model validation using historical flood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pPr>
              <a:defRPr sz="2200"/>
            </a:pPr>
            <a:r>
              <a:t>Best Model: XGBoost</a:t>
            </a:r>
            <a:br/>
            <a:r>
              <a:t>Accuracy: 96.55%</a:t>
            </a:r>
            <a:br/>
            <a:r>
              <a:t>Fast predictions.</a:t>
            </a:r>
            <a:br/>
            <a:r>
              <a:t>Reliable flood classification.</a:t>
            </a:r>
            <a:br/>
            <a:r>
              <a:t>User-friendly web interface.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Requirements</a:t>
            </a:r>
          </a:p>
        </p:txBody>
      </p:sp>
      <p:sp>
        <p:nvSpPr>
          <p:cNvPr id="3" name="Content Placeholder 2"/>
          <p:cNvSpPr>
            <a:spLocks noGrp="1"/>
          </p:cNvSpPr>
          <p:nvPr>
            <p:ph idx="1"/>
          </p:nvPr>
        </p:nvSpPr>
        <p:spPr/>
        <p:txBody>
          <a:bodyPr/>
          <a:lstStyle/>
          <a:p>
            <a:pPr>
              <a:defRPr sz="2200"/>
            </a:pPr>
            <a:r>
              <a:t>Hardware: Intel i3+, 4 GB RAM, 2 GB storage, Internet.</a:t>
            </a:r>
            <a:br/>
            <a:r>
              <a:t>Software: Windows/Linux/macOS, Python 3.8+, Flask, Jupyter Notebook, IBM Cloud.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Advantages &amp; Future Scope</a:t>
            </a:r>
          </a:p>
        </p:txBody>
      </p:sp>
      <p:sp>
        <p:nvSpPr>
          <p:cNvPr id="3" name="Content Placeholder 2"/>
          <p:cNvSpPr>
            <a:spLocks noGrp="1"/>
          </p:cNvSpPr>
          <p:nvPr>
            <p:ph idx="1"/>
          </p:nvPr>
        </p:nvSpPr>
        <p:spPr/>
        <p:txBody>
          <a:bodyPr/>
          <a:lstStyle/>
          <a:p>
            <a:pPr>
              <a:defRPr sz="2200"/>
            </a:pPr>
            <a:r>
              <a:t>Advantages:</a:t>
            </a:r>
            <a:br/>
            <a:r>
              <a:t>• High accuracy</a:t>
            </a:r>
            <a:br/>
            <a:r>
              <a:t>• Early warning</a:t>
            </a:r>
            <a:br/>
            <a:r>
              <a:t>• Easy web access</a:t>
            </a:r>
            <a:br/>
            <a:br/>
            <a:r>
              <a:t>Future Scope:</a:t>
            </a:r>
            <a:br/>
            <a:r>
              <a:t>• Real-time APIs</a:t>
            </a:r>
            <a:br/>
            <a:r>
              <a:t>• Mobile app</a:t>
            </a:r>
            <a:br/>
            <a:r>
              <a:t>• IoT sensors</a:t>
            </a:r>
            <a:br/>
            <a:r>
              <a:t>• Satellite integration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2200"/>
            </a:pPr>
            <a:r>
              <a:t>The Rising Water system accurately predicts flood risk using machine learning. With 96.55% accuracy from XGBoost and a Flask-based interface, it supports timely decisions and effective disaster management.</a:t>
            </a:r>
            <a:br/>
            <a:b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